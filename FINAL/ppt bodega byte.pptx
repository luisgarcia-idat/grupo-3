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5"/>
  </p:notesMasterIdLst>
  <p:handoutMasterIdLst>
    <p:handoutMasterId r:id="rId6"/>
  </p:handoutMasterIdLst>
  <p:sldIdLst>
    <p:sldId id="256" r:id="rId2"/>
    <p:sldId id="265" r:id="rId3"/>
    <p:sldId id="273" r:id="rId4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60602-35CE-4259-875D-3E16329749CC}" v="42" dt="2025-09-30T22:52:28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84" d="100"/>
          <a:sy n="84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02/12/2025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1E513-450F-6DD3-C25F-E0D996FF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9E00F6-11F8-82C6-899D-199D6A5B0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9AE516-1720-F2E3-9710-F14399589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3DEA93-0231-9642-D037-1776461AC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31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MX" noProof="0"/>
              <a:t>Haz clic en el icono para agregar una imagen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02/12/2025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2">
                    <a:lumMod val="90000"/>
                  </a:schemeClr>
                </a:solidFill>
              </a:rPr>
              <a:t>DESARROLLO</a:t>
            </a:r>
            <a:r>
              <a:rPr lang="es-ES" sz="6000" dirty="0">
                <a:solidFill>
                  <a:schemeClr val="bg1"/>
                </a:solidFill>
              </a:rPr>
              <a:t> DE SOFTWARE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905933"/>
            <a:ext cx="10993546" cy="3233448"/>
          </a:xfrm>
        </p:spPr>
        <p:txBody>
          <a:bodyPr rtlCol="0">
            <a:normAutofit/>
          </a:bodyPr>
          <a:lstStyle/>
          <a:p>
            <a:pPr rtl="0"/>
            <a:r>
              <a:rPr lang="es-ES" sz="2000" b="1" dirty="0">
                <a:solidFill>
                  <a:schemeClr val="bg2">
                    <a:lumMod val="90000"/>
                  </a:schemeClr>
                </a:solidFill>
              </a:rPr>
              <a:t>Bodega byte</a:t>
            </a:r>
          </a:p>
          <a:p>
            <a:pPr rtl="0"/>
            <a:endParaRPr lang="es-ES" sz="2000" b="1" dirty="0">
              <a:solidFill>
                <a:schemeClr val="bg2">
                  <a:lumMod val="90000"/>
                </a:schemeClr>
              </a:solidFill>
            </a:endParaRPr>
          </a:p>
          <a:p>
            <a:pPr rtl="0"/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Docente: </a:t>
            </a:r>
          </a:p>
          <a:p>
            <a:pPr rtl="0"/>
            <a:r>
              <a:rPr lang="es-ES" dirty="0">
                <a:solidFill>
                  <a:srgbClr val="7CEBFF"/>
                </a:solidFill>
              </a:rPr>
              <a:t>Johnny </a:t>
            </a:r>
            <a:r>
              <a:rPr lang="es-ES" dirty="0" err="1">
                <a:solidFill>
                  <a:srgbClr val="7CEBFF"/>
                </a:solidFill>
              </a:rPr>
              <a:t>bladimir</a:t>
            </a:r>
            <a:r>
              <a:rPr lang="es-ES" dirty="0">
                <a:solidFill>
                  <a:srgbClr val="7CEBFF"/>
                </a:solidFill>
              </a:rPr>
              <a:t> Quispe flores</a:t>
            </a:r>
          </a:p>
          <a:p>
            <a:pPr rtl="0"/>
            <a:r>
              <a:rPr lang="es-ES" dirty="0">
                <a:solidFill>
                  <a:schemeClr val="tx1"/>
                </a:solidFill>
              </a:rPr>
              <a:t>Integrantes</a:t>
            </a:r>
            <a:r>
              <a:rPr lang="es-ES" dirty="0">
                <a:solidFill>
                  <a:srgbClr val="7CEBFF"/>
                </a:solidFill>
              </a:rPr>
              <a:t>:</a:t>
            </a:r>
          </a:p>
          <a:p>
            <a:pPr rtl="0"/>
            <a:r>
              <a:rPr lang="es-ES" dirty="0" err="1">
                <a:solidFill>
                  <a:schemeClr val="bg2">
                    <a:lumMod val="90000"/>
                  </a:schemeClr>
                </a:solidFill>
              </a:rPr>
              <a:t>Roman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</a:rPr>
              <a:t>fernandez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</a:rPr>
              <a:t>kristian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 Ricardo</a:t>
            </a:r>
          </a:p>
          <a:p>
            <a:pPr rtl="0"/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Garcia cano Luis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</a:rPr>
              <a:t>angel</a:t>
            </a:r>
            <a:endParaRPr lang="es-ES" dirty="0">
              <a:solidFill>
                <a:schemeClr val="bg2">
                  <a:lumMod val="90000"/>
                </a:schemeClr>
              </a:solidFill>
            </a:endParaRPr>
          </a:p>
          <a:p>
            <a:pPr rtl="0"/>
            <a:r>
              <a:rPr lang="es-ES" dirty="0" err="1">
                <a:solidFill>
                  <a:schemeClr val="bg2">
                    <a:lumMod val="90000"/>
                  </a:schemeClr>
                </a:solidFill>
              </a:rPr>
              <a:t>Zuñiga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</a:rPr>
              <a:t>fernandez</a:t>
            </a:r>
            <a:r>
              <a:rPr lang="es-ES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2">
                    <a:lumMod val="90000"/>
                  </a:schemeClr>
                </a:solidFill>
              </a:rPr>
              <a:t>jim</a:t>
            </a:r>
            <a:endParaRPr lang="es-ES" dirty="0">
              <a:solidFill>
                <a:schemeClr val="bg2">
                  <a:lumMod val="90000"/>
                </a:schemeClr>
              </a:solidFill>
            </a:endParaRPr>
          </a:p>
          <a:p>
            <a:pPr rtl="0"/>
            <a:endParaRPr lang="es-E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4" descr="Números digitales">
            <a:extLst>
              <a:ext uri="{FF2B5EF4-FFF2-40B4-BE49-F238E27FC236}">
                <a16:creationId xmlns:a16="http://schemas.microsoft.com/office/drawing/2014/main" id="{211A85C2-B70B-B848-3B5E-74D619497B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004" b="26034"/>
          <a:stretch>
            <a:fillRect/>
          </a:stretch>
        </p:blipFill>
        <p:spPr>
          <a:xfrm>
            <a:off x="0" y="-56294"/>
            <a:ext cx="12192000" cy="7013749"/>
          </a:xfrm>
          <a:prstGeom prst="rect">
            <a:avLst/>
          </a:prstGeom>
          <a:noFill/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DE16028-8EA2-FD96-48C2-EA08707F4C14}"/>
              </a:ext>
            </a:extLst>
          </p:cNvPr>
          <p:cNvSpPr/>
          <p:nvPr/>
        </p:nvSpPr>
        <p:spPr>
          <a:xfrm>
            <a:off x="2816703" y="1807511"/>
            <a:ext cx="2355853" cy="117101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FUNCIONALIDADES ESENCIALES Y SOPORTE INICIAL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05684E1-5287-0F3F-8CDB-B235FBF195DB}"/>
              </a:ext>
            </a:extLst>
          </p:cNvPr>
          <p:cNvSpPr/>
          <p:nvPr/>
        </p:nvSpPr>
        <p:spPr>
          <a:xfrm>
            <a:off x="5570367" y="862734"/>
            <a:ext cx="6223820" cy="283845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Como administrador quiero iniciar sesión con usuario y contraseña encriptado mediante el método SHA para proteger la información del sistema.</a:t>
            </a:r>
          </a:p>
          <a:p>
            <a:pPr algn="ctr"/>
            <a:r>
              <a:rPr lang="es-MX" sz="1200" dirty="0"/>
              <a:t>Como administrador quiero registrar los intentos de inicio de sesión para detectar accesos no autorizados.</a:t>
            </a:r>
          </a:p>
          <a:p>
            <a:pPr algn="ctr"/>
            <a:r>
              <a:rPr lang="es-MX" sz="1200" dirty="0"/>
              <a:t>Como cliente quiero dejar comentarios y sugerencias sobre el servicio como </a:t>
            </a:r>
            <a:r>
              <a:rPr lang="es-MX" sz="1200" dirty="0" err="1"/>
              <a:t>feedback</a:t>
            </a:r>
            <a:r>
              <a:rPr lang="es-MX" sz="1200" dirty="0"/>
              <a:t> para mejorar la atención.</a:t>
            </a:r>
          </a:p>
          <a:p>
            <a:pPr algn="ctr"/>
            <a:r>
              <a:rPr lang="es-MX" sz="1200" dirty="0"/>
              <a:t> Como cliente quiero poder chatear directamente con el servicio de soporte para resolver dudas de manera rápida.</a:t>
            </a:r>
          </a:p>
          <a:p>
            <a:pPr algn="ctr"/>
            <a:r>
              <a:rPr lang="es-MX" sz="1200" dirty="0"/>
              <a:t>Como cliente quiero ver un manual de usuario (PDF o video) de cómo usar la app de pedidos para entender su funcionamiento desde el inicio.</a:t>
            </a:r>
          </a:p>
          <a:p>
            <a:pPr algn="ctr"/>
            <a:r>
              <a:rPr lang="es-MX" sz="1200" dirty="0"/>
              <a:t>Como cliente quiero consultar el catálogo digital desde la PC de escritorio para visualizar los productos de forma rápida y cómoda.</a:t>
            </a:r>
          </a:p>
          <a:p>
            <a:pPr algn="ctr"/>
            <a:r>
              <a:rPr lang="es-MX" sz="1200" dirty="0"/>
              <a:t>Como cliente quiero recibir comprobante digital de mi compra mediante mensaje de texto o correo para tener un registro seguro de lo que adquirí.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9D3874-78D9-9068-09DF-E4C97DC892A1}"/>
              </a:ext>
            </a:extLst>
          </p:cNvPr>
          <p:cNvSpPr/>
          <p:nvPr/>
        </p:nvSpPr>
        <p:spPr>
          <a:xfrm>
            <a:off x="2816703" y="4720590"/>
            <a:ext cx="2355853" cy="9751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ALERTAS Y SEGURIDAD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AE3E0A1-877A-A604-50A3-CAE231D8B3A5}"/>
              </a:ext>
            </a:extLst>
          </p:cNvPr>
          <p:cNvSpPr/>
          <p:nvPr/>
        </p:nvSpPr>
        <p:spPr>
          <a:xfrm>
            <a:off x="5570367" y="4435470"/>
            <a:ext cx="6223820" cy="185533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Como cliente quiero que el sistema me alerte cuando se ingrese una información incorrecta para corregirlo.</a:t>
            </a:r>
          </a:p>
          <a:p>
            <a:pPr algn="ctr"/>
            <a:r>
              <a:rPr lang="es-MX" sz="1200" dirty="0"/>
              <a:t>Como administrador quiero acceder a todas las funciones del sistema desde una PC de escritorio para tener control total de la información.</a:t>
            </a:r>
          </a:p>
          <a:p>
            <a:pPr algn="ctr"/>
            <a:r>
              <a:rPr lang="es-MX" sz="1200" dirty="0"/>
              <a:t>Como cliente quiero agregar productos a un carrito de compras digital para visualizar, modificar cantidades y confirmar mis pedidos de forma rápida y ordenada.</a:t>
            </a:r>
          </a:p>
          <a:p>
            <a:pPr algn="ctr"/>
            <a:endParaRPr lang="es-PE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8BE599F-EBEC-4868-A35C-74DD2E015168}"/>
              </a:ext>
            </a:extLst>
          </p:cNvPr>
          <p:cNvSpPr/>
          <p:nvPr/>
        </p:nvSpPr>
        <p:spPr>
          <a:xfrm>
            <a:off x="126792" y="1073917"/>
            <a:ext cx="2493072" cy="532711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SISTEMA COMPLETO DE CONTROL, ATENCION Y SEGURIDAD</a:t>
            </a:r>
            <a:endParaRPr lang="es-PE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68DF272-30E0-40B8-A5F4-4EF82BFF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33263"/>
            <a:ext cx="11029616" cy="418635"/>
          </a:xfrm>
        </p:spPr>
        <p:txBody>
          <a:bodyPr rtlCol="0" anchor="b">
            <a:normAutofit fontScale="90000"/>
          </a:bodyPr>
          <a:lstStyle/>
          <a:p>
            <a:pPr algn="ctr" rtl="0"/>
            <a:r>
              <a:rPr lang="es-ES" dirty="0"/>
              <a:t>SISTEMA COMPLETO DE CONTROL, ATENCION Y SEGURIDAD</a:t>
            </a:r>
          </a:p>
        </p:txBody>
      </p:sp>
    </p:spTree>
    <p:extLst>
      <p:ext uri="{BB962C8B-B14F-4D97-AF65-F5344CB8AC3E}">
        <p14:creationId xmlns:p14="http://schemas.microsoft.com/office/powerpoint/2010/main" val="392277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F4DBA-BBBE-3DDF-57EA-1EE1E451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4" descr="Números digitales">
            <a:extLst>
              <a:ext uri="{FF2B5EF4-FFF2-40B4-BE49-F238E27FC236}">
                <a16:creationId xmlns:a16="http://schemas.microsoft.com/office/drawing/2014/main" id="{F76E3F6C-C32E-D793-6F4B-B18C510CF80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004" b="260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A1E1682-651B-836C-E26A-435A306D3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90444"/>
            <a:ext cx="11029616" cy="651205"/>
          </a:xfrm>
        </p:spPr>
        <p:txBody>
          <a:bodyPr rtlCol="0" anchor="b">
            <a:normAutofit/>
          </a:bodyPr>
          <a:lstStyle/>
          <a:p>
            <a:pPr algn="ctr"/>
            <a:r>
              <a:rPr lang="es-MX" dirty="0"/>
              <a:t>GESTION DE COMUNICACIÓN Y SOPORTE AL CLIENTE</a:t>
            </a:r>
            <a:endParaRPr lang="es-PE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35EFCB1-A508-39A5-18EC-423C988EF63B}"/>
              </a:ext>
            </a:extLst>
          </p:cNvPr>
          <p:cNvSpPr/>
          <p:nvPr/>
        </p:nvSpPr>
        <p:spPr>
          <a:xfrm>
            <a:off x="226348" y="1798498"/>
            <a:ext cx="1553285" cy="3575332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GESTION DE COMUNICACIÓN Y SOPORTE AL CLIENTE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FBD537-6E2D-5707-DF7B-23B22A30C6AC}"/>
              </a:ext>
            </a:extLst>
          </p:cNvPr>
          <p:cNvSpPr/>
          <p:nvPr/>
        </p:nvSpPr>
        <p:spPr>
          <a:xfrm>
            <a:off x="2052209" y="1791129"/>
            <a:ext cx="4994787" cy="96741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COMUNICACIÓN Y EXPERIENCIA DEL CLIENTE</a:t>
            </a:r>
            <a:endParaRPr lang="es-PE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F66F94D-C712-8BBC-9A52-9CD2D75D5502}"/>
              </a:ext>
            </a:extLst>
          </p:cNvPr>
          <p:cNvSpPr/>
          <p:nvPr/>
        </p:nvSpPr>
        <p:spPr>
          <a:xfrm>
            <a:off x="2052209" y="4686997"/>
            <a:ext cx="4994787" cy="76691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USABILIDAD Y SOPORTE AL CLIENTE</a:t>
            </a:r>
            <a:endParaRPr lang="es-PE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B86759-605E-F432-3D64-F81B19AE0086}"/>
              </a:ext>
            </a:extLst>
          </p:cNvPr>
          <p:cNvSpPr/>
          <p:nvPr/>
        </p:nvSpPr>
        <p:spPr>
          <a:xfrm>
            <a:off x="7319572" y="1138416"/>
            <a:ext cx="4581832" cy="2447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Como administrador quiero que se deshabiliten los productos agotados o vencidos para evitar inconvenientes en el proceso de compra del cliente.</a:t>
            </a:r>
          </a:p>
          <a:p>
            <a:pPr algn="ctr"/>
            <a:r>
              <a:rPr lang="es-MX" sz="1200" dirty="0"/>
              <a:t>Como administrador quiero registrar productos para llevar el control de stock.</a:t>
            </a:r>
          </a:p>
          <a:p>
            <a:pPr algn="ctr"/>
            <a:r>
              <a:rPr lang="es-MX" sz="1200" dirty="0"/>
              <a:t>Como administrador quiero recibir alertas cuando un producto llegue a stock mínimo para reponerlo a tiempo.</a:t>
            </a:r>
          </a:p>
          <a:p>
            <a:pPr algn="ctr"/>
            <a:r>
              <a:rPr lang="es-MX" sz="1200" dirty="0"/>
              <a:t>Como administrador quiero generar reporte de ventas para llevar un control de los ingresos.</a:t>
            </a:r>
          </a:p>
          <a:p>
            <a:pPr algn="ctr"/>
            <a:r>
              <a:rPr lang="es-MX" sz="1200" dirty="0"/>
              <a:t>Como administrador quiero que el sistema me alerte cuando haya problemas técnicos y de seguridad para mantener el sistema estable y seguro.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739494-6659-8A65-FC3F-9159897CFCA2}"/>
              </a:ext>
            </a:extLst>
          </p:cNvPr>
          <p:cNvSpPr/>
          <p:nvPr/>
        </p:nvSpPr>
        <p:spPr>
          <a:xfrm>
            <a:off x="7319572" y="3882931"/>
            <a:ext cx="4581832" cy="25808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dirty="0"/>
              <a:t>Como cliente quiero recibir promociones personalizadas mediante mensaje de texto o correo para ahorrar y aprovechar ofertas.</a:t>
            </a:r>
          </a:p>
          <a:p>
            <a:r>
              <a:rPr lang="es-MX" sz="1200" dirty="0"/>
              <a:t> Como cliente quiero que el sistema tenga ventanas emergentes en mis primeras cinco compras digitales, y en caso de una sexta ser asistido por un personal de turno para evitar errores e inconvenientes.</a:t>
            </a:r>
          </a:p>
          <a:p>
            <a:r>
              <a:rPr lang="es-MX" sz="1200" dirty="0"/>
              <a:t>Como cliente quiero recibir recordatorios de compra de productos frecuentes mediante mensaje de texto o correo para no olvidar pedir lo que necesito.</a:t>
            </a:r>
          </a:p>
          <a:p>
            <a:r>
              <a:rPr lang="es-MX" sz="1200" dirty="0"/>
              <a:t>Como administrador quiero tener un historial de modificaciones de inventario para saber quién hizo cambios y subsanarlos en caso de error.</a:t>
            </a:r>
          </a:p>
          <a:p>
            <a:r>
              <a:rPr lang="es-MX" sz="1200" dirty="0"/>
              <a:t>Como administrador quiero que se envíen correos de agradecimiento tras cada compra para fidelizar a los clientes.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1940401174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{DF9113FF-C00C-47C1-AC29-0C8DE8AC03C5}TF9cd6fad6-da1d-416b-8dc8-a086cd1045b10fc9cf83_win32-66f3597afc39</Template>
  <TotalTime>1407</TotalTime>
  <Words>496</Words>
  <Application>Microsoft Office PowerPoint</Application>
  <PresentationFormat>Panorámica</PresentationFormat>
  <Paragraphs>39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Calibri</vt:lpstr>
      <vt:lpstr>Gill Sans MT</vt:lpstr>
      <vt:lpstr>Wingdings 2</vt:lpstr>
      <vt:lpstr>Personalizado</vt:lpstr>
      <vt:lpstr>DESARROLLO DE SOFTWARE 1</vt:lpstr>
      <vt:lpstr>SISTEMA COMPLETO DE CONTROL, ATENCION Y SEGURIDAD</vt:lpstr>
      <vt:lpstr>GESTION DE COMUNICACIÓN Y SOPORTE AL CLIENTE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SOFTWARE 1</dc:title>
  <dc:creator>Luis Angel Garcia</dc:creator>
  <cp:lastModifiedBy>hola hola</cp:lastModifiedBy>
  <cp:revision>8</cp:revision>
  <dcterms:created xsi:type="dcterms:W3CDTF">2025-09-29T21:35:26Z</dcterms:created>
  <dcterms:modified xsi:type="dcterms:W3CDTF">2025-12-03T02:02:40Z</dcterms:modified>
</cp:coreProperties>
</file>