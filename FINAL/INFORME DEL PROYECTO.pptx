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9" d="100"/>
          <a:sy n="89" d="100"/>
        </p:scale>
        <p:origin x="5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650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664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35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749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685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3210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026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5029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17877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4528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1435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4FA8E226-A0F7-4899-91EF-CB769FBFF9C8}" type="datetimeFigureOut">
              <a:rPr lang="es-PE" smtClean="0"/>
              <a:t>2/12/2025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267D528-19B2-45D3-856A-9DAB59659F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9524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A0819-6DB2-41E4-A3DF-74A358B565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SOLUCIÓN DE ESCRITORIO</a:t>
            </a:r>
            <a:br>
              <a:rPr lang="es-MX" dirty="0"/>
            </a:br>
            <a:r>
              <a:rPr lang="es-MX" dirty="0"/>
              <a:t>PARA LA EMPRESA “BODEGA BYTE”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4AB2E6-54EC-483A-B99E-65F5C27AC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530" y="3869635"/>
            <a:ext cx="8767860" cy="394456"/>
          </a:xfrm>
        </p:spPr>
        <p:txBody>
          <a:bodyPr/>
          <a:lstStyle/>
          <a:p>
            <a:r>
              <a:rPr lang="es-MX" dirty="0"/>
              <a:t>Sprint 2 – Desarrollo del Sistema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79097A-44A8-4B4D-A72C-11DE054BE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085" y="4383916"/>
            <a:ext cx="2653461" cy="193366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09606AB-5907-4112-A4E0-8F65AD920DDA}"/>
              </a:ext>
            </a:extLst>
          </p:cNvPr>
          <p:cNvSpPr txBox="1"/>
          <p:nvPr/>
        </p:nvSpPr>
        <p:spPr>
          <a:xfrm>
            <a:off x="408453" y="4325270"/>
            <a:ext cx="37641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u="sng" dirty="0"/>
              <a:t>Integrantes:</a:t>
            </a:r>
          </a:p>
          <a:p>
            <a:endParaRPr lang="es-ES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Jim Zuñiga Fernandez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Luis Ángel García Cano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Kristian</a:t>
            </a:r>
            <a:r>
              <a:rPr lang="es-ES" dirty="0"/>
              <a:t> Ricardo Román Fernandez</a:t>
            </a:r>
            <a:br>
              <a:rPr lang="es-ES" dirty="0"/>
            </a:br>
            <a:br>
              <a:rPr lang="es-ES" dirty="0"/>
            </a:b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4B3E625-5F43-4576-AF01-ECF3F13E65F6}"/>
              </a:ext>
            </a:extLst>
          </p:cNvPr>
          <p:cNvSpPr txBox="1"/>
          <p:nvPr/>
        </p:nvSpPr>
        <p:spPr>
          <a:xfrm>
            <a:off x="7385417" y="4286253"/>
            <a:ext cx="36915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i="1" u="sng" dirty="0"/>
              <a:t>Docente: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Johnny Bladimir Quispe Flores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dirty="0"/>
          </a:p>
          <a:p>
            <a:pPr algn="ctr"/>
            <a:r>
              <a:rPr lang="es-ES" i="1" u="sng"/>
              <a:t>Instituto:</a:t>
            </a:r>
            <a:endParaRPr lang="es-ES" i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dirty="0"/>
              <a:t>Instituto Superior Tecnológico </a:t>
            </a:r>
            <a:r>
              <a:rPr lang="es-PE" dirty="0" err="1"/>
              <a:t>Idat</a:t>
            </a:r>
            <a:endParaRPr lang="es-PE" dirty="0"/>
          </a:p>
        </p:txBody>
      </p:sp>
      <p:pic>
        <p:nvPicPr>
          <p:cNvPr id="1031" name="Picture 7" descr="idat – Colegio de Obstetras del Perú">
            <a:extLst>
              <a:ext uri="{FF2B5EF4-FFF2-40B4-BE49-F238E27FC236}">
                <a16:creationId xmlns:a16="http://schemas.microsoft.com/office/drawing/2014/main" id="{FD6A1574-D45D-4494-83E4-FB26679AF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916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4018F-0824-4909-95BF-4FBC6EBE7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i="1" dirty="0"/>
              <a:t>Descripción de la Organización en Estudio</a:t>
            </a:r>
            <a:endParaRPr lang="es-PE" b="1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A5A249-B460-40EB-9121-4A8327D42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/>
              <a:t>La Bodega Byte es un pequeño negocio familiar dedicado a la venta de productos de consumo diario, como abarrotes, bebidas, golosinas y artículos de limpieza.</a:t>
            </a:r>
            <a:br>
              <a:rPr lang="es-MX" dirty="0"/>
            </a:br>
            <a:r>
              <a:rPr lang="es-MX" dirty="0"/>
              <a:t>Está ubicada en el distrito de San Martín de Porres, Lima – Perú.</a:t>
            </a:r>
          </a:p>
          <a:p>
            <a:r>
              <a:rPr lang="es-MX" dirty="0"/>
              <a:t>Actualmente, la bodega gestiona sus operaciones de manera manual, utilizando cuadernos para el registro de ventas, control de stock y pedidos a proveedores. Esto genera retrasos, errores en los cálculos y una falta de control exacto del inventario.</a:t>
            </a:r>
          </a:p>
          <a:p>
            <a:r>
              <a:rPr lang="es-MX" dirty="0"/>
              <a:t>La empresa cuenta con tres personas que se encargan de la atención al público, el registro de ventas y la reposición de productos.</a:t>
            </a:r>
          </a:p>
          <a:p>
            <a:r>
              <a:rPr lang="es-MX" dirty="0"/>
              <a:t>Debido al aumento de la demanda y la necesidad de mejorar su organización, surge la propuesta de desarrollar un Sistema de Gestión para Bodega Byte, que permita automatizar procesos y optimizar el control de las operaciones.</a:t>
            </a:r>
          </a:p>
          <a:p>
            <a:endParaRPr lang="es-PE" dirty="0"/>
          </a:p>
        </p:txBody>
      </p:sp>
      <p:pic>
        <p:nvPicPr>
          <p:cNvPr id="4" name="Picture 7" descr="idat – Colegio de Obstetras del Perú">
            <a:extLst>
              <a:ext uri="{FF2B5EF4-FFF2-40B4-BE49-F238E27FC236}">
                <a16:creationId xmlns:a16="http://schemas.microsoft.com/office/drawing/2014/main" id="{049606DF-5C3F-43DA-9C44-553F2BE9E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0577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A9BE-992D-4520-8F77-E934B7A2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082"/>
            <a:ext cx="10515600" cy="1176673"/>
          </a:xfrm>
        </p:spPr>
        <p:txBody>
          <a:bodyPr>
            <a:normAutofit/>
          </a:bodyPr>
          <a:lstStyle/>
          <a:p>
            <a:r>
              <a:rPr lang="es-PE" b="1" i="1" dirty="0">
                <a:cs typeface="Times New Roman" panose="02020603050405020304" pitchFamily="18" charset="0"/>
              </a:rPr>
              <a:t>Objetivo del Sprint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00E799-B824-4497-B551-938DD111C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3092" y="1720821"/>
            <a:ext cx="10515600" cy="1886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200" dirty="0">
                <a:latin typeface="+mj-lt"/>
                <a:cs typeface="Times New Roman" panose="02020603050405020304" pitchFamily="18" charset="0"/>
              </a:rPr>
              <a:t>Implementar funcionalidades clave para mejorar la experiencia del cliente y del administrador, incluyendo alertas de validación, acceso completo al sistema desde PC y el módulo del carrito de compras digital. Además, integrar pantallas y validaciones que aseguren un flujo correcto dentro del sistema.</a:t>
            </a:r>
            <a:endParaRPr lang="es-PE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9426A7-A933-4118-8FA3-FA79554B68DD}"/>
              </a:ext>
            </a:extLst>
          </p:cNvPr>
          <p:cNvSpPr txBox="1"/>
          <p:nvPr/>
        </p:nvSpPr>
        <p:spPr>
          <a:xfrm>
            <a:off x="993978" y="3481826"/>
            <a:ext cx="95246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200" dirty="0">
                <a:latin typeface="+mj-lt"/>
                <a:cs typeface="Times New Roman" panose="02020603050405020304" pitchFamily="18" charset="0"/>
              </a:rPr>
              <a:t>Historias del sprint 2: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+mj-lt"/>
                <a:cs typeface="Times New Roman" panose="02020603050405020304" pitchFamily="18" charset="0"/>
              </a:rPr>
              <a:t>Como cliente quiero que el sistema me alerte cuando se ingrese una información incorrecta para corregirlo.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+mj-lt"/>
                <a:cs typeface="Times New Roman" panose="02020603050405020304" pitchFamily="18" charset="0"/>
              </a:rPr>
              <a:t>Como administrador quiero acceder a todas las funciones del sistema desde una PC de escritorio para tener control total de la información.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200" dirty="0">
                <a:latin typeface="+mj-lt"/>
                <a:cs typeface="Times New Roman" panose="02020603050405020304" pitchFamily="18" charset="0"/>
              </a:rPr>
              <a:t>Como cliente quiero agregar productos a un carrito de compras digital para visualizar, modificar cantidades y confirmar mis pedidos de forma rápida y ordenada. </a:t>
            </a:r>
            <a:endParaRPr lang="es-PE" sz="22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5" name="Picture 7" descr="idat – Colegio de Obstetras del Perú">
            <a:extLst>
              <a:ext uri="{FF2B5EF4-FFF2-40B4-BE49-F238E27FC236}">
                <a16:creationId xmlns:a16="http://schemas.microsoft.com/office/drawing/2014/main" id="{52302CB0-1185-46B1-A6FA-1F4063492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389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A9BE-992D-4520-8F77-E934B7A2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31" y="469264"/>
            <a:ext cx="9875520" cy="1356360"/>
          </a:xfrm>
        </p:spPr>
        <p:txBody>
          <a:bodyPr/>
          <a:lstStyle/>
          <a:p>
            <a:r>
              <a:rPr lang="es-MX" b="1" i="1" dirty="0"/>
              <a:t>HU T8 – Alertas de Información Incorrecta</a:t>
            </a:r>
            <a:endParaRPr lang="es-PE" b="1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00E799-B824-4497-B551-938DD111C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8425"/>
            <a:ext cx="10515600" cy="2461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Historia:</a:t>
            </a:r>
            <a:br>
              <a:rPr lang="es-MX" dirty="0"/>
            </a:br>
            <a:r>
              <a:rPr lang="es-MX" dirty="0"/>
              <a:t>Como cliente quiero que el sistema me alerte cuando se ingrese una información incorrecta para corregirlo.</a:t>
            </a:r>
          </a:p>
          <a:p>
            <a:pPr marL="0" indent="0">
              <a:buNone/>
            </a:pPr>
            <a:r>
              <a:rPr lang="es-MX" dirty="0"/>
              <a:t>Descripción:</a:t>
            </a:r>
            <a:br>
              <a:rPr lang="es-MX" dirty="0"/>
            </a:br>
            <a:r>
              <a:rPr lang="es-MX" dirty="0"/>
              <a:t>Se habilitó el panel administrativo con todas las funciones disponibles para gestionar ventas, reportes, inventario y catálogos.</a:t>
            </a:r>
            <a:endParaRPr lang="es-PE" dirty="0"/>
          </a:p>
        </p:txBody>
      </p:sp>
      <p:pic>
        <p:nvPicPr>
          <p:cNvPr id="5" name="Picture 7" descr="idat – Colegio de Obstetras del Perú">
            <a:extLst>
              <a:ext uri="{FF2B5EF4-FFF2-40B4-BE49-F238E27FC236}">
                <a16:creationId xmlns:a16="http://schemas.microsoft.com/office/drawing/2014/main" id="{9DDF9328-4D9C-4FCC-9B37-9AE877677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39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A9BE-992D-4520-8F77-E934B7A2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493" y="488302"/>
            <a:ext cx="9875520" cy="1356360"/>
          </a:xfrm>
        </p:spPr>
        <p:txBody>
          <a:bodyPr/>
          <a:lstStyle/>
          <a:p>
            <a:r>
              <a:rPr lang="es-PE" b="1" i="1" dirty="0"/>
              <a:t>Evidencia – Validaciones y Alertas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00E799-B824-4497-B551-938DD111C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30" y="1963478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Durante este Sprint se implementaron validaciones en el inicio de sesión y en el registro de clientes, mostrando mensajes de error cuando hay información inválida o incompleta.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583C4D-EECA-4F05-B22A-D6D41456C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93" y="3116425"/>
            <a:ext cx="4075937" cy="305424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59D4BB8-5183-41CA-8F14-CC408E8AC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966" y="3116424"/>
            <a:ext cx="5487883" cy="305424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Picture 7" descr="idat – Colegio de Obstetras del Perú">
            <a:extLst>
              <a:ext uri="{FF2B5EF4-FFF2-40B4-BE49-F238E27FC236}">
                <a16:creationId xmlns:a16="http://schemas.microsoft.com/office/drawing/2014/main" id="{4BEDA2AF-BAB8-4DB5-906B-EEF4612F3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64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A9BE-992D-4520-8F77-E934B7A2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494" y="469640"/>
            <a:ext cx="9875520" cy="1356360"/>
          </a:xfrm>
        </p:spPr>
        <p:txBody>
          <a:bodyPr/>
          <a:lstStyle/>
          <a:p>
            <a:r>
              <a:rPr lang="es-PE" b="1" i="1" dirty="0"/>
              <a:t>HU T9 – Acceso Completo del Administrador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00E799-B824-4497-B551-938DD111C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775" y="2085392"/>
            <a:ext cx="9872871" cy="4038600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Historia:</a:t>
            </a:r>
            <a:br>
              <a:rPr lang="es-MX" dirty="0"/>
            </a:br>
            <a:r>
              <a:rPr lang="es-MX" dirty="0"/>
              <a:t>Como administrador quiero acceder a todas las funciones del sistema desde una PC de escritorio para tener control total de la información.</a:t>
            </a:r>
          </a:p>
          <a:p>
            <a:pPr marL="0" indent="0">
              <a:buNone/>
            </a:pPr>
            <a:r>
              <a:rPr lang="es-MX" dirty="0"/>
              <a:t>Descripción:</a:t>
            </a:r>
            <a:br>
              <a:rPr lang="es-MX" dirty="0"/>
            </a:br>
            <a:r>
              <a:rPr lang="es-MX" dirty="0"/>
              <a:t>Se habilitó el panel administrativo con todas las funciones disponibles para gestionar ventas, reportes, inventario y catálogos.</a:t>
            </a:r>
            <a:endParaRPr lang="es-PE" dirty="0"/>
          </a:p>
        </p:txBody>
      </p:sp>
      <p:pic>
        <p:nvPicPr>
          <p:cNvPr id="4" name="Picture 7" descr="idat – Colegio de Obstetras del Perú">
            <a:extLst>
              <a:ext uri="{FF2B5EF4-FFF2-40B4-BE49-F238E27FC236}">
                <a16:creationId xmlns:a16="http://schemas.microsoft.com/office/drawing/2014/main" id="{43BE03A1-8C6D-4D68-AD90-0845FFAD5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308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DA9BE-992D-4520-8F77-E934B7A2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92" y="504692"/>
            <a:ext cx="9875520" cy="1356360"/>
          </a:xfrm>
        </p:spPr>
        <p:txBody>
          <a:bodyPr/>
          <a:lstStyle/>
          <a:p>
            <a:r>
              <a:rPr lang="es-PE" b="1" i="1" dirty="0"/>
              <a:t>Evidencia – Panel Administrativo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00E799-B824-4497-B551-938DD111C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6081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El administrador puede acceder al sistema desde una PC y visualizar todos los módulos habilitados: reporte, comprobante digital, registro de productos, inventario y consultas.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5DB68C-39FA-4C6A-84B8-30DDA4168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563" y="3104224"/>
            <a:ext cx="3629025" cy="276701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C3C7FB-E562-4D1D-9C99-A684C762E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153" y="3104223"/>
            <a:ext cx="4296081" cy="276701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7" descr="idat – Colegio de Obstetras del Perú">
            <a:extLst>
              <a:ext uri="{FF2B5EF4-FFF2-40B4-BE49-F238E27FC236}">
                <a16:creationId xmlns:a16="http://schemas.microsoft.com/office/drawing/2014/main" id="{A3209501-4955-47EF-BB88-97E67C2079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877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88D1D-4779-438F-9A64-765B68C5B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461" y="413251"/>
            <a:ext cx="9875520" cy="1356360"/>
          </a:xfrm>
        </p:spPr>
        <p:txBody>
          <a:bodyPr/>
          <a:lstStyle/>
          <a:p>
            <a:r>
              <a:rPr lang="es-PE" b="1" i="1" dirty="0"/>
              <a:t>HU T10 – Carrito de Compras Digital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F01105-FEBE-4740-B12D-0B523CE68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175"/>
            <a:ext cx="10515600" cy="276315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Historia:</a:t>
            </a:r>
            <a:br>
              <a:rPr lang="es-MX" dirty="0"/>
            </a:br>
            <a:r>
              <a:rPr lang="es-MX" dirty="0"/>
              <a:t>Como cliente quiero agregar productos a un carrito de compras digital para visualizar, modificar cantidades y confirmar mis pedidos.</a:t>
            </a:r>
          </a:p>
          <a:p>
            <a:pPr marL="0" indent="0">
              <a:buNone/>
            </a:pPr>
            <a:r>
              <a:rPr lang="es-MX" dirty="0"/>
              <a:t>Descripción:</a:t>
            </a:r>
            <a:br>
              <a:rPr lang="es-MX" dirty="0"/>
            </a:br>
            <a:r>
              <a:rPr lang="es-MX" dirty="0"/>
              <a:t>Se desarrolló la interfaz del carrito, permitiendo agregar productos, modificar cantidades y visualizar subtotales e IGV.</a:t>
            </a:r>
            <a:endParaRPr lang="es-PE" dirty="0"/>
          </a:p>
        </p:txBody>
      </p:sp>
      <p:pic>
        <p:nvPicPr>
          <p:cNvPr id="4" name="Picture 7" descr="idat – Colegio de Obstetras del Perú">
            <a:extLst>
              <a:ext uri="{FF2B5EF4-FFF2-40B4-BE49-F238E27FC236}">
                <a16:creationId xmlns:a16="http://schemas.microsoft.com/office/drawing/2014/main" id="{82F37CDD-A2D5-4ED4-A4B0-D9F59FF7C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12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88D1D-4779-438F-9A64-765B68C5B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792" y="469265"/>
            <a:ext cx="9875520" cy="1356360"/>
          </a:xfrm>
        </p:spPr>
        <p:txBody>
          <a:bodyPr/>
          <a:lstStyle/>
          <a:p>
            <a:r>
              <a:rPr lang="es-PE" b="1" i="1" dirty="0"/>
              <a:t>Evidencia – Módulo Carrito de Compras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F01105-FEBE-4740-B12D-0B523CE68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1572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El cliente puede recorrer el catálogo, seleccionar cantidades, agregar al carrito y visualizar un resumen de su compra antes de finalizar.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F53B8A-A3E6-4DD0-887A-E4B4C2659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267" y="2774449"/>
            <a:ext cx="4306863" cy="3213743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55E0A5E-BB5D-42A3-A895-663268930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144" y="2852609"/>
            <a:ext cx="3915649" cy="30574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Picture 7" descr="idat – Colegio de Obstetras del Perú">
            <a:extLst>
              <a:ext uri="{FF2B5EF4-FFF2-40B4-BE49-F238E27FC236}">
                <a16:creationId xmlns:a16="http://schemas.microsoft.com/office/drawing/2014/main" id="{0F56314D-5C3E-4C7F-99FF-18CBD51ED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349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09449-7C8F-4D3A-8BFE-D3C12444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453" y="469265"/>
            <a:ext cx="9875520" cy="1356360"/>
          </a:xfrm>
        </p:spPr>
        <p:txBody>
          <a:bodyPr/>
          <a:lstStyle/>
          <a:p>
            <a:r>
              <a:rPr lang="es-PE" b="1" i="1" u="sng" dirty="0"/>
              <a:t>TRABAJO EN EQUIPO</a:t>
            </a:r>
            <a:br>
              <a:rPr lang="es-PE" b="1" i="1" dirty="0"/>
            </a:br>
            <a:r>
              <a:rPr lang="es-PE" b="1" i="1" dirty="0"/>
              <a:t>(</a:t>
            </a:r>
            <a:r>
              <a:rPr lang="es-PE" sz="3600" b="1" i="1" dirty="0"/>
              <a:t>Evidencia de Trabajo en Equipo)</a:t>
            </a:r>
            <a:endParaRPr lang="es-PE" b="1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8FC8D4-73C9-4B67-B042-7D34C63E7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262"/>
            <a:ext cx="10515600" cy="1966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dirty="0"/>
              <a:t>Durante el Sprint se realizaron múltiples reuniones vía Microsoft </a:t>
            </a:r>
            <a:r>
              <a:rPr lang="es-MX" dirty="0" err="1"/>
              <a:t>Teams</a:t>
            </a:r>
            <a:r>
              <a:rPr lang="es-MX" dirty="0"/>
              <a:t> para coordinar avances, revisar errores, definir tareas y verificar funcionalidades del sistema.</a:t>
            </a:r>
          </a:p>
          <a:p>
            <a:pPr marL="0" indent="0">
              <a:buNone/>
            </a:pPr>
            <a:r>
              <a:rPr lang="es-MX" dirty="0"/>
              <a:t>Esto permitió mantener un buena comunicación entre los integrantes del equipo.</a:t>
            </a:r>
          </a:p>
          <a:p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9C8496-72E8-4690-B2CA-7E26CE38E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60" y="3425505"/>
            <a:ext cx="9815469" cy="28228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7" descr="idat – Colegio de Obstetras del Perú">
            <a:extLst>
              <a:ext uri="{FF2B5EF4-FFF2-40B4-BE49-F238E27FC236}">
                <a16:creationId xmlns:a16="http://schemas.microsoft.com/office/drawing/2014/main" id="{C4AC61A4-0840-4EED-95A3-4E1FD3FC1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08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3CAD9-179C-4AE8-998D-B1C93B3E7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Conclusiones del Sprint 2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45437FA-26B5-4DA0-AD84-45E5158704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3480" y="1941618"/>
            <a:ext cx="88921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implementaron correctamente las funcionalidades definidas del Sprint 2.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integraron validaciones que mejoran la experiencia del usuario.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administrador ahora puede acceder a todos los módulos desde su PC.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desarrolló un carrito de compras funcional y listo para futuras mejoras.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trabajo colaborativo permitió identificar problemas y solucionarlos rápidamente.</a:t>
            </a:r>
          </a:p>
        </p:txBody>
      </p:sp>
      <p:pic>
        <p:nvPicPr>
          <p:cNvPr id="3077" name="Picture 5" descr="Conclusiones – GeoGebra">
            <a:extLst>
              <a:ext uri="{FF2B5EF4-FFF2-40B4-BE49-F238E27FC236}">
                <a16:creationId xmlns:a16="http://schemas.microsoft.com/office/drawing/2014/main" id="{E8F874EF-E908-4185-97DB-C856466CA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15" y="4177718"/>
            <a:ext cx="7620000" cy="20806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 descr="idat – Colegio de Obstetras del Perú">
            <a:extLst>
              <a:ext uri="{FF2B5EF4-FFF2-40B4-BE49-F238E27FC236}">
                <a16:creationId xmlns:a16="http://schemas.microsoft.com/office/drawing/2014/main" id="{CF0EE556-4652-409E-814A-7860F9467B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296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idat – Colegio de Obstetras del Perú">
            <a:extLst>
              <a:ext uri="{FF2B5EF4-FFF2-40B4-BE49-F238E27FC236}">
                <a16:creationId xmlns:a16="http://schemas.microsoft.com/office/drawing/2014/main" id="{5119101E-B99A-4F5E-B170-C29B6CB43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3719" y="5645201"/>
            <a:ext cx="859828" cy="868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9877E74-FEC2-413B-BF33-745C54DD5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931" y="1268963"/>
            <a:ext cx="8216089" cy="4509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396504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Violeta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32</TotalTime>
  <Words>690</Words>
  <Application>Microsoft Office PowerPoint</Application>
  <PresentationFormat>Panorámica</PresentationFormat>
  <Paragraphs>47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Corbel</vt:lpstr>
      <vt:lpstr>Base</vt:lpstr>
      <vt:lpstr>SOLUCIÓN DE ESCRITORIO PARA LA EMPRESA “BODEGA BYTE”</vt:lpstr>
      <vt:lpstr>Descripción de la Organización en Estudio</vt:lpstr>
      <vt:lpstr>Objetivo del Sprint 2</vt:lpstr>
      <vt:lpstr>HU T8 – Alertas de Información Incorrecta</vt:lpstr>
      <vt:lpstr>Evidencia – Validaciones y Alertas</vt:lpstr>
      <vt:lpstr>HU T9 – Acceso Completo del Administrador</vt:lpstr>
      <vt:lpstr>Evidencia – Panel Administrativo</vt:lpstr>
      <vt:lpstr>HU T10 – Carrito de Compras Digital</vt:lpstr>
      <vt:lpstr>Evidencia – Módulo Carrito de Compras</vt:lpstr>
      <vt:lpstr>TRABAJO EN EQUIPO (Evidencia de Trabajo en Equipo)</vt:lpstr>
      <vt:lpstr>Conclusiones del Sprint 2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SOLUCIÓN DE ESCRITORIO PARA LA EMPRESA “BODEGA BYTE”</dc:title>
  <dc:creator>LN72396903 (Zuñiga Fernandez, Jim)</dc:creator>
  <cp:lastModifiedBy>hola hola</cp:lastModifiedBy>
  <cp:revision>5</cp:revision>
  <dcterms:created xsi:type="dcterms:W3CDTF">2025-11-17T04:43:58Z</dcterms:created>
  <dcterms:modified xsi:type="dcterms:W3CDTF">2025-12-03T01:26:08Z</dcterms:modified>
</cp:coreProperties>
</file>